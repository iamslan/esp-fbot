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31270-C779-5C36-F967-51C40FC000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7E4B69-DD77-0375-D8C4-0126CA8D5D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1E488-F483-2117-72D1-8705296E2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B008E-47B7-5A84-FBEB-9ADB90A84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EA89F-20F6-CE54-62CF-16B3211D9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153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87815-51CE-ED26-3AB1-4439F7810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AF359-1D1C-46BF-7C4D-4ED279A61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F2D1D-D77C-C90D-C56B-EC0E58230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4C01D-D70A-E6A7-3C75-5507B1A9E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EF46D-D4F1-6B57-8A92-D9ECA5B46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728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6F531-F677-1FAA-9DB6-BF1E5755C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6D82F-1A19-E791-3209-84BECB6EE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133D2-042C-2336-30F9-CC4F664D3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5E890-B081-B21C-1B96-15875746E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C10DF-C5CF-E2BD-7995-66B0F2945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614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C70AF-F12A-894D-B4EB-2D96374B0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BBF40-8FD4-022F-60A1-F49BDED4B6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BF5A0D-5732-A37B-1075-83050DB8E9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57DE2B-F463-0D96-DBC1-A77812753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98626D-7D0E-5CA0-B4F4-D7B1FCE51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F9AD88-4862-A5F8-6C86-7E6B8DC6F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6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6164F-6623-B8EB-A1E1-6EF740DAC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3177DF-1636-54AF-58E1-895889500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534704-0B95-BBDE-6989-51160BC53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912A10-000D-F209-8927-F9DDF3B115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7D8FA7-46CB-7FF8-580E-00BED5E9FD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F037BE-096C-9CED-079A-32D56E35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E64495-1D25-A4A6-43FB-9E8B966A5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4EE0DC-30B4-5975-56E1-9AAE9F53D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541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5F007-002B-BD43-6E67-100941DF4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1720DD-CA09-BA8B-3689-451731F1D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5FA6CF-1F83-6422-8092-10F008536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FC0CF9-3EC7-E70A-8CDB-01FFEF409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94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6E3525-AA7D-8097-59CE-3EA5FE160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BBF777-9768-06BF-4977-D56671B37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BACD0-BD0B-FD61-42A9-5B8CFDD08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58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9C763-7B56-C4A3-6C81-DCEC02929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47ED5-61E3-7783-710D-A58FB1F28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FC9238-F4BD-B06F-E0B6-7354D6035B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7F48DD-A6F4-2A76-BAD1-0217A1B3A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EA9055-B05F-15B6-CB4B-8DF9114BE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41AE89-C13D-32C7-20EE-25538A5E1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010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F31BE-3D24-53F6-F963-7E5BF09B0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12F364-8C22-FE11-F1DA-9F84756650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F3D0D7-A72A-0127-21CE-B6D6D259EC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C6CC68-1166-C1D9-4116-2903874D5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19B105-0F26-7EF2-5280-35D13183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C193C0-3923-9CC3-4E89-9FE14D122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243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F9AEE-8ABF-27DE-3FA6-FA44F7AE2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39C821-FCB6-94E5-FC2D-493E4C3BE5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6CC76-4459-7D84-96B7-3C7ACE110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EAC66-B40A-9133-4092-BA364FAD4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4C643-390D-B036-A52E-1464D7D76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460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144EAD-A797-D7E8-9890-B8E409A895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5F943A-7378-3B2D-B3CF-2A9A42934F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95D93-BFE5-3E84-D09F-7575C2025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C18E4-A822-6457-66D5-A708C0A06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3C1DA3-B587-156B-9BFA-F36B494EA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221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269111-0065-448C-A097-CD358D7BD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56B51B-E2DD-F0AF-E144-D4E501D4B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3AAAD-ADD4-A470-A8CD-D5F583484D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35CCE-55D4-41A9-BDB8-A4CE9CB703D2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37D03-56B7-B791-5B0E-4D9A2F3DD0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EA801-9F5A-28E3-822A-E88409E7C0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160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714E3BD0-F48D-F18B-09DD-BEC43F305A1E}"/>
              </a:ext>
            </a:extLst>
          </p:cNvPr>
          <p:cNvGrpSpPr/>
          <p:nvPr/>
        </p:nvGrpSpPr>
        <p:grpSpPr>
          <a:xfrm>
            <a:off x="1756326" y="436235"/>
            <a:ext cx="9372977" cy="6267566"/>
            <a:chOff x="1756326" y="436235"/>
            <a:chExt cx="9372977" cy="6267566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C009C10-B0F4-5E07-FFD9-35BDA00340EA}"/>
                </a:ext>
              </a:extLst>
            </p:cNvPr>
            <p:cNvSpPr/>
            <p:nvPr/>
          </p:nvSpPr>
          <p:spPr>
            <a:xfrm>
              <a:off x="2397360" y="1181100"/>
              <a:ext cx="2803290" cy="2973885"/>
            </a:xfrm>
            <a:custGeom>
              <a:avLst/>
              <a:gdLst>
                <a:gd name="connsiteX0" fmla="*/ 679215 w 2803290"/>
                <a:gd name="connsiteY0" fmla="*/ 2276475 h 2276475"/>
                <a:gd name="connsiteX1" fmla="*/ 126765 w 2803290"/>
                <a:gd name="connsiteY1" fmla="*/ 447675 h 2276475"/>
                <a:gd name="connsiteX2" fmla="*/ 2803290 w 2803290"/>
                <a:gd name="connsiteY2" fmla="*/ 0 h 227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03290" h="2276475">
                  <a:moveTo>
                    <a:pt x="679215" y="2276475"/>
                  </a:moveTo>
                  <a:cubicBezTo>
                    <a:pt x="225983" y="1551781"/>
                    <a:pt x="-227248" y="827088"/>
                    <a:pt x="126765" y="447675"/>
                  </a:cubicBezTo>
                  <a:cubicBezTo>
                    <a:pt x="480778" y="68262"/>
                    <a:pt x="1642034" y="34131"/>
                    <a:pt x="2803290" y="0"/>
                  </a:cubicBezTo>
                </a:path>
              </a:pathLst>
            </a:custGeom>
            <a:noFill/>
            <a:ln w="38100"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2145C32-E9C0-D233-7642-461DE48316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68033" y="1209233"/>
              <a:ext cx="3116850" cy="5212532"/>
            </a:xfrm>
            <a:prstGeom prst="rect">
              <a:avLst/>
            </a:prstGeom>
            <a:effectLst>
              <a:outerShdw blurRad="177800" dist="38100" dir="5400000" sx="103000" sy="103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A837D5E-D4E4-167A-DECE-7848CA48C3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81970" y="436235"/>
              <a:ext cx="3147333" cy="2552921"/>
            </a:xfrm>
            <a:prstGeom prst="rect">
              <a:avLst/>
            </a:prstGeom>
            <a:effectLst>
              <a:outerShdw blurRad="177800" dist="38100" dir="5400000" sx="103000" sy="103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481A271-636C-FFA1-4777-02DF7D1330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55823" y="3784831"/>
              <a:ext cx="2542945" cy="2918970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13C095A-4A66-F17C-9C63-19FF53068478}"/>
                </a:ext>
              </a:extLst>
            </p:cNvPr>
            <p:cNvGrpSpPr/>
            <p:nvPr/>
          </p:nvGrpSpPr>
          <p:grpSpPr>
            <a:xfrm>
              <a:off x="5309950" y="436235"/>
              <a:ext cx="1572100" cy="1572100"/>
              <a:chOff x="2329508" y="1349121"/>
              <a:chExt cx="1572100" cy="1572100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87D18325-A25B-D337-65A1-A53E9DDBEFCB}"/>
                  </a:ext>
                </a:extLst>
              </p:cNvPr>
              <p:cNvSpPr/>
              <p:nvPr/>
            </p:nvSpPr>
            <p:spPr>
              <a:xfrm>
                <a:off x="2441542" y="1461155"/>
                <a:ext cx="1348033" cy="1348033"/>
              </a:xfrm>
              <a:prstGeom prst="roundRect">
                <a:avLst/>
              </a:prstGeom>
              <a:solidFill>
                <a:schemeClr val="bg1"/>
              </a:solidFill>
              <a:effectLst>
                <a:outerShdw blurRad="177800" dist="38100" dir="5400000" sx="103000" sy="103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A352796D-D1D0-EC11-6894-17536CA915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29508" y="1349121"/>
                <a:ext cx="1572100" cy="1572100"/>
              </a:xfrm>
              <a:prstGeom prst="rect">
                <a:avLst/>
              </a:prstGeom>
            </p:spPr>
          </p:pic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90AC3B7-9476-43AD-3CF7-8AF5FDC51336}"/>
                </a:ext>
              </a:extLst>
            </p:cNvPr>
            <p:cNvSpPr txBox="1"/>
            <p:nvPr/>
          </p:nvSpPr>
          <p:spPr>
            <a:xfrm>
              <a:off x="5586630" y="1996544"/>
              <a:ext cx="101874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Home</a:t>
              </a:r>
              <a:br>
                <a:rPr lang="en-US" dirty="0"/>
              </a:br>
              <a:r>
                <a:rPr lang="en-US" dirty="0"/>
                <a:t>Assistant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3650F26-F4C2-F2D9-B00C-25747D31687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56326" y="823176"/>
              <a:ext cx="1519576" cy="1370305"/>
            </a:xfrm>
            <a:prstGeom prst="rect">
              <a:avLst/>
            </a:prstGeom>
            <a:effectLst>
              <a:outerShdw blurRad="177800" dist="38100" dir="5400000" sx="101000" sy="101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ADCFF3A0-1E72-7BDA-EF51-14EFEB3DED0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99005" y="550535"/>
              <a:ext cx="785904" cy="639366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6BF9A6A-AAD6-D781-44A0-211C4436112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05742" y="2706838"/>
              <a:ext cx="564636" cy="564636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91C97DA-578A-4199-14E4-9782D6AE05E8}"/>
                </a:ext>
              </a:extLst>
            </p:cNvPr>
            <p:cNvSpPr txBox="1"/>
            <p:nvPr/>
          </p:nvSpPr>
          <p:spPr>
            <a:xfrm>
              <a:off x="3094893" y="1756614"/>
              <a:ext cx="81189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ESP32</a:t>
              </a:r>
              <a:br>
                <a:rPr lang="en-US" dirty="0"/>
              </a:br>
              <a:r>
                <a:rPr lang="en-US" dirty="0"/>
                <a:t>Device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9B0704B-80CE-8B31-4A1A-F206239FD7C0}"/>
                </a:ext>
              </a:extLst>
            </p:cNvPr>
            <p:cNvSpPr txBox="1"/>
            <p:nvPr/>
          </p:nvSpPr>
          <p:spPr>
            <a:xfrm>
              <a:off x="4332697" y="4942751"/>
              <a:ext cx="125393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FOSSiBOT</a:t>
              </a:r>
              <a:br>
                <a:rPr lang="en-US" dirty="0"/>
              </a:br>
              <a:r>
                <a:rPr lang="en-US" dirty="0"/>
                <a:t>SYDPOWER</a:t>
              </a:r>
              <a:br>
                <a:rPr lang="en-US" dirty="0"/>
              </a:br>
              <a:r>
                <a:rPr lang="en-US" dirty="0"/>
                <a:t>AFERIY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E2394EF-1853-64FF-B7B8-F9AC0F94AA35}"/>
                </a:ext>
              </a:extLst>
            </p:cNvPr>
            <p:cNvSpPr txBox="1"/>
            <p:nvPr/>
          </p:nvSpPr>
          <p:spPr>
            <a:xfrm>
              <a:off x="4689956" y="3363385"/>
              <a:ext cx="146405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/>
                <a:t>Fully local</a:t>
              </a:r>
              <a:br>
                <a:rPr lang="en-US" b="1" dirty="0"/>
              </a:br>
              <a:r>
                <a:rPr lang="en-US" b="1" dirty="0"/>
                <a:t>Battery</a:t>
              </a:r>
              <a:br>
                <a:rPr lang="en-US" b="1" dirty="0"/>
              </a:br>
              <a:r>
                <a:rPr lang="en-US" b="1" dirty="0"/>
                <a:t>Management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B7528C4-F143-B792-69C1-162C9A32A4F8}"/>
                </a:ext>
              </a:extLst>
            </p:cNvPr>
            <p:cNvCxnSpPr/>
            <p:nvPr/>
          </p:nvCxnSpPr>
          <p:spPr>
            <a:xfrm flipV="1">
              <a:off x="5929460" y="3271474"/>
              <a:ext cx="675910" cy="54402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80071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17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Default</dc:creator>
  <cp:lastModifiedBy>Default</cp:lastModifiedBy>
  <cp:revision>4</cp:revision>
  <dcterms:created xsi:type="dcterms:W3CDTF">2025-10-19T17:32:34Z</dcterms:created>
  <dcterms:modified xsi:type="dcterms:W3CDTF">2025-12-07T07:02:18Z</dcterms:modified>
</cp:coreProperties>
</file>